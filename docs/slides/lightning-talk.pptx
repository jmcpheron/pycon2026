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Parts, mate connectors, revolute joints so the gears actually spin, even the mesh ratios set up so Onshape knows how they drive each other.
When I got to this point — assembly done, gears moving, lid fitting — I was just happy with it as a 3D design. That felt like the project.
And then I had the thought that probably gets a lot of us into trouble: "This is nice, but how do I force Python into this?"
What could I actually do with it if I exported it and dropped it in a repo? How much Python tooling could I throw at a STEP file and get something interesting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3D printing projects end up as a pile of files. You might have an STL. Maybe a screenshot. Maybe a README. Maybe some notes about tolerances or print settings. But it can be hard to understand what the object is, how it works, what changed, and which files matter.
A STEP file is useful, but it is not an explanation. Most people do not want to download a CAD viewer just to understand a tiny conference object.
So I started thinking about the repo as something that should help the object explain itself.
The input is the STEP file. Then Python glues together different tools and generates the supporting material around it. Renders. Exploded views. Animations. Diagrams. Notes about what failed. Notes about what I had to change because the printer, very rudely, obeys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is where GitHub Actions became interesting. Normally, when I think about CI, I think about tests passing, packages building, or docs being published.
But with a 3D object, the build output can be visual. It can be an exploded view. It can be a render. It can be an animation. It can be a GIF of a tiny gearbox moving. And that feels weirdly delightful to me.
Because now the repo is not just storing the design. The repo is generating evidence about the design.
Screenshots get stale. Documentation gets stale. Images in a README can quietly stop matching the actual object. That happens in software all the time, and it definitely happens in 3D printing projects. You make a change, export a new file, forget to update the image, and now the repo is lying a little bit.
So this project is partly about making that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2026-05-16T22:53:52Z</dcterms:created>
  <dcterms:modified xsi:type="dcterms:W3CDTF">2026-05-16T22:53:52Z</dcterms:modified>
</cp:coreProperties>
</file>