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I'm still new enough to Onshape that a lot of this was just me learning how to build parts, assemble them, line things up, and think about whether a design would actually print and move.
Once I had the card assembled and I was looking at it right here — I exported it as a STEP file.
And that was the moment I had the thought that probably gets a lot of us into trouble: How can I make this a Python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2026-05-16T22:46:16Z</dcterms:created>
  <dcterms:modified xsi:type="dcterms:W3CDTF">2026-05-16T22:46:16Z</dcterms:modified>
</cp:coreProperties>
</file>