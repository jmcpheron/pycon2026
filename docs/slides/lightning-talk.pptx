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Quick aside on this GIF: yes, the gears are clipping through each other. The render does not know about the mesh ratios, so each gear just spins at the same rate. If that bothers you, hang on — I'll come back to it in a minute.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GIF is great, but it only shows what the object does. It does not tell you why it is shaped the way it is. Why those tooth counts. Why those ratios. Why the gears are stacked the way they are.
So alongside the renders, the repo also writes explainer pages. Short prose with diagrams. Why 32 times 8, four times over, gives 256 to 1. How you can recover the tooth counts from the STL geometry itself, after the fact. Why the gears sit in a staircase instead of a clean stack. And what had to change when the printer, very rudely, obeyed physics.
The renders are the gallery. The explainers are the museum placard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I actually like about using GitHub Actions for this. It is not that Python can make renders and exploded views and diagrams. We already saw that. It is that I almost never run any of it.
When I push a change to the STEP file, a workflow runs in the cloud, regenerates the exploded GIF and the spinning GIF, and commits the new files back to main. When I push a change to the gear constants in card.py, a different workflow rebuilds every explainer page and every SVG, and commits those back too.
And here is the open invitation. Remember the spin GIF where the gears clip through each other? That is a real, small, fixable bug in the renderer. Fork the repo, fix it so each gear turns at its own ratio, push it up, and the workflow will rebuild the GIF on its own. I would genuinely love a PR.
Screenshots get stale. Documentation gets stale. A repo can quietly start lying about the object it contains. An auto-commit loop is my attempt to make that a little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2026-05-16T23:23:56Z</dcterms:created>
  <dcterms:modified xsi:type="dcterms:W3CDTF">2026-05-16T23:23:56Z</dcterms:modified>
</cp:coreProperties>
</file>