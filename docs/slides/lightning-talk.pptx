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Jason, and this is my first PyCon. I work in IT for a community college here in California. This talk is about what I do when I'm supposed to be relaxing: 3D printing little mechanical things and then overthinking them. I wanted something physical to hand people here, so I made a business card with a gear mechanism in it. If I gave you one, you're holding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printed halves, five compound gears snapping into pockets, a small pinion sticking out the right edge for your thumb. I wanted something I could hand people and use as an excuse to start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pinion drives the next big gear. 10 teeth into 40 is 4:1. Four meshes in a row gives you 4 to the fourth: 256. In this animation the input gear on the left is a blur; the output gear on the right barely twitches. You'd need to move your thumb about 45 metres — the length of a pool — to rotate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put all five gears at the same vertical level, the big discs physically overlap at the mesh point — nothing turns. The obvious fix is a descending staircase, but then the card keeps getting thicker with each gear you add. The actual solution is a 3-level cycle: two standard gears, then one tall-hub variant that vaults back to level zero. Five gears, ten gears, doesn't matter — still three levels, still five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Onshape exports STEP it strips everything parametric — no tooth counts, no module, just named geometry. So I wrote a page that recovers design intent from raw geometry. Slice the STL, sample the radial profile around the gear axis, FFT it. One spike at bin 40. That's your tooth count. The math just works, no special signal processing libraries, just numpy.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cardlab takes the STEP file and produces 3D renders, an exploded GIF, and a parts manifest. explainers goes the other direction: reads a single constants file and emits all the diagrams and markdown pages. Change one number, CI regenerates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constants file is the single source of truth. Those five lines define the entire gear geometry. The test suite even enforces that no explainer page contains a hardcoded literal — if you hardcode 40 instead of card.BIG_TEETH, CI catches it. Change N_STAGES to 6 and CI regenerates a 1024:1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workflows run automatically. They write to completely separate paths so they never conflict. Push a new Onshape export and the hero GIF updates within a minute. I haven't touched any of those generated files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 part wasn't the gear design — it was making the tooling explain what the physical object is doing. The FFT tooth-counting is the one moment where I thought: okay, this is actually a little clever. And card.py turned out to be the most useful document in the whole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any of this sounds interesting — Python gluing into CAD, print-in-place mechanisms, or whether CC BY-SA is the right license for a mechanical STEP file — come find me. I will talk about it much longer than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 this or search my GitHub handle. I have physical cards — ask me for one. 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3D-Printed Business Card</dc:title>
  <dc:subject>PptxGenJS Presentation</dc:subject>
  <dc:creator>Created by Marp</dc:creator>
  <cp:lastModifiedBy>Created by Marp</cp:lastModifiedBy>
  <cp:revision>1</cp:revision>
  <dcterms:created xsi:type="dcterms:W3CDTF">2026-05-16T22:14:02Z</dcterms:created>
  <dcterms:modified xsi:type="dcterms:W3CDTF">2026-05-16T22:14:02Z</dcterms:modified>
</cp:coreProperties>
</file>